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ADE80"/>
                </a:solidFill>
              </a:rPr>
              <a:t>FlexiGig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8FAFC"/>
                </a:solidFill>
              </a:rPr>
              <a:t>Part-Time Jobs Reimagined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March 25,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DE80"/>
                </a:solidFill>
              </a:rPr>
              <a:t>Executive Summary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Vision: Next-gen platform connecting local seekers and employers.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Strategy: Simplified hiring via role-specific dashboards.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Innovation: First job portal to implement 'Glassy Bento' system.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DE80"/>
                </a:solidFill>
              </a:rPr>
              <a:t>The Problem Statement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- Dated Interfaces: Most gig platforms feel like legacy software.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- Friction in Hiring: Complex forms and slow feedback loops.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- Information Overload: Users overwhelmed by walls of text.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DE80"/>
                </a:solidFill>
              </a:rPr>
              <a:t>Core 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1. Aesthetic Excellence (Glassmorphism)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2. Dual-Mode Functionality (Seeker vs Employer)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3. Real-Time Efficiency (Instant Quick Apply)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DE80"/>
                </a:solidFill>
              </a:rPr>
              <a:t>Fluid Seeker Experience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- Discover categorized gigs with real-time counters.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- Quick Apply with a single click.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- Real-time status tracking pipeline.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DE80"/>
                </a:solidFill>
              </a:rPr>
              <a:t>Employer Command Center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- Applicant Lifecycle Management (Reject, Waitlist, Interview).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- Real-time toast notifications for new applicants.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- Analytics Tile: Track active listings at a glance.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DE80"/>
                </a:solidFill>
              </a:rPr>
              <a:t>Technology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- Frontend: Vanilla JS, CSS Glassmorphism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- Backend: Node.js, Express, JWT Auth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- Database: SQLite (Better-SQLite3)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DE80"/>
                </a:solidFill>
              </a:rPr>
              <a:t>Future Roadmap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- AI Matching for Intelligent gig recommendations.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- In-App Crystalline Chat interface.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- Native Mobile Apps (iOS/Android).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ADE80"/>
                </a:solidFill>
              </a:rPr>
              <a:t>Conclusion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8FAFC"/>
                </a:solidFill>
              </a:rPr>
              <a:t>Thank You!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2026-03-25T08:17:54Z</dcterms:created>
  <dcterms:modified xsi:type="dcterms:W3CDTF">2026-03-25T08:17:54Z</dcterms:modified>
</cp:coreProperties>
</file>